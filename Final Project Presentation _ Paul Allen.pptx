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6E10BC-0F94-452A-B58D-F094ED97E02C}" v="36" dt="2026-05-05T04:55:41.9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77" y="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len, Paul Tyler - (paulallen)" userId="7258a782-1281-4098-87a8-18ee19f750c8" providerId="ADAL" clId="{4FCEF169-E1F9-4C70-A856-C82FA0F6E5A0}"/>
    <pc:docChg chg="undo custSel addSld modSld">
      <pc:chgData name="Allen, Paul Tyler - (paulallen)" userId="7258a782-1281-4098-87a8-18ee19f750c8" providerId="ADAL" clId="{4FCEF169-E1F9-4C70-A856-C82FA0F6E5A0}" dt="2026-05-05T16:57:42.093" v="895" actId="20577"/>
      <pc:docMkLst>
        <pc:docMk/>
      </pc:docMkLst>
      <pc:sldChg chg="modSp mod">
        <pc:chgData name="Allen, Paul Tyler - (paulallen)" userId="7258a782-1281-4098-87a8-18ee19f750c8" providerId="ADAL" clId="{4FCEF169-E1F9-4C70-A856-C82FA0F6E5A0}" dt="2026-05-05T04:11:21.281" v="89" actId="20577"/>
        <pc:sldMkLst>
          <pc:docMk/>
          <pc:sldMk cId="2607473322" sldId="256"/>
        </pc:sldMkLst>
        <pc:spChg chg="mod">
          <ac:chgData name="Allen, Paul Tyler - (paulallen)" userId="7258a782-1281-4098-87a8-18ee19f750c8" providerId="ADAL" clId="{4FCEF169-E1F9-4C70-A856-C82FA0F6E5A0}" dt="2026-05-05T04:10:53.816" v="51" actId="20577"/>
          <ac:spMkLst>
            <pc:docMk/>
            <pc:sldMk cId="2607473322" sldId="256"/>
            <ac:spMk id="2" creationId="{DC4AEC04-BD36-7E45-E426-BE5616A0FACD}"/>
          </ac:spMkLst>
        </pc:spChg>
        <pc:spChg chg="mod">
          <ac:chgData name="Allen, Paul Tyler - (paulallen)" userId="7258a782-1281-4098-87a8-18ee19f750c8" providerId="ADAL" clId="{4FCEF169-E1F9-4C70-A856-C82FA0F6E5A0}" dt="2026-05-05T04:11:21.281" v="89" actId="20577"/>
          <ac:spMkLst>
            <pc:docMk/>
            <pc:sldMk cId="2607473322" sldId="256"/>
            <ac:spMk id="3" creationId="{F8ED35A9-B835-C652-AA93-8CC6A458BE3C}"/>
          </ac:spMkLst>
        </pc:spChg>
      </pc:sldChg>
      <pc:sldChg chg="modSp new mod">
        <pc:chgData name="Allen, Paul Tyler - (paulallen)" userId="7258a782-1281-4098-87a8-18ee19f750c8" providerId="ADAL" clId="{4FCEF169-E1F9-4C70-A856-C82FA0F6E5A0}" dt="2026-05-05T16:57:42.093" v="895" actId="20577"/>
        <pc:sldMkLst>
          <pc:docMk/>
          <pc:sldMk cId="3244640113" sldId="257"/>
        </pc:sldMkLst>
        <pc:spChg chg="mod">
          <ac:chgData name="Allen, Paul Tyler - (paulallen)" userId="7258a782-1281-4098-87a8-18ee19f750c8" providerId="ADAL" clId="{4FCEF169-E1F9-4C70-A856-C82FA0F6E5A0}" dt="2026-05-05T04:11:40.056" v="101" actId="20577"/>
          <ac:spMkLst>
            <pc:docMk/>
            <pc:sldMk cId="3244640113" sldId="257"/>
            <ac:spMk id="2" creationId="{2103BA0F-159F-627D-94BE-0B3A401E51BE}"/>
          </ac:spMkLst>
        </pc:spChg>
        <pc:spChg chg="mod">
          <ac:chgData name="Allen, Paul Tyler - (paulallen)" userId="7258a782-1281-4098-87a8-18ee19f750c8" providerId="ADAL" clId="{4FCEF169-E1F9-4C70-A856-C82FA0F6E5A0}" dt="2026-05-05T16:57:42.093" v="895" actId="20577"/>
          <ac:spMkLst>
            <pc:docMk/>
            <pc:sldMk cId="3244640113" sldId="257"/>
            <ac:spMk id="3" creationId="{44F2E021-E2A0-5ABD-A36F-6D0328793D5E}"/>
          </ac:spMkLst>
        </pc:spChg>
      </pc:sldChg>
      <pc:sldChg chg="addSp delSp modSp new mod">
        <pc:chgData name="Allen, Paul Tyler - (paulallen)" userId="7258a782-1281-4098-87a8-18ee19f750c8" providerId="ADAL" clId="{4FCEF169-E1F9-4C70-A856-C82FA0F6E5A0}" dt="2026-05-05T04:15:52.038" v="310" actId="931"/>
        <pc:sldMkLst>
          <pc:docMk/>
          <pc:sldMk cId="2969177048" sldId="258"/>
        </pc:sldMkLst>
        <pc:spChg chg="mod">
          <ac:chgData name="Allen, Paul Tyler - (paulallen)" userId="7258a782-1281-4098-87a8-18ee19f750c8" providerId="ADAL" clId="{4FCEF169-E1F9-4C70-A856-C82FA0F6E5A0}" dt="2026-05-05T04:13:51.423" v="292" actId="20577"/>
          <ac:spMkLst>
            <pc:docMk/>
            <pc:sldMk cId="2969177048" sldId="258"/>
            <ac:spMk id="2" creationId="{D36B259E-AD3E-2518-8BBE-A53A6292AD64}"/>
          </ac:spMkLst>
        </pc:spChg>
        <pc:spChg chg="mod">
          <ac:chgData name="Allen, Paul Tyler - (paulallen)" userId="7258a782-1281-4098-87a8-18ee19f750c8" providerId="ADAL" clId="{4FCEF169-E1F9-4C70-A856-C82FA0F6E5A0}" dt="2026-05-05T04:14:27.746" v="309" actId="20577"/>
          <ac:spMkLst>
            <pc:docMk/>
            <pc:sldMk cId="2969177048" sldId="258"/>
            <ac:spMk id="3" creationId="{624968D1-7A76-CADF-0192-6CC7B42F0406}"/>
          </ac:spMkLst>
        </pc:spChg>
        <pc:spChg chg="del">
          <ac:chgData name="Allen, Paul Tyler - (paulallen)" userId="7258a782-1281-4098-87a8-18ee19f750c8" providerId="ADAL" clId="{4FCEF169-E1F9-4C70-A856-C82FA0F6E5A0}" dt="2026-05-05T04:15:52.038" v="310" actId="931"/>
          <ac:spMkLst>
            <pc:docMk/>
            <pc:sldMk cId="2969177048" sldId="258"/>
            <ac:spMk id="4" creationId="{A16FA7FD-CD8F-5F67-DA71-6E46F3DA015F}"/>
          </ac:spMkLst>
        </pc:spChg>
        <pc:picChg chg="add mod ord">
          <ac:chgData name="Allen, Paul Tyler - (paulallen)" userId="7258a782-1281-4098-87a8-18ee19f750c8" providerId="ADAL" clId="{4FCEF169-E1F9-4C70-A856-C82FA0F6E5A0}" dt="2026-05-05T04:15:52.038" v="310" actId="931"/>
          <ac:picMkLst>
            <pc:docMk/>
            <pc:sldMk cId="2969177048" sldId="258"/>
            <ac:picMk id="6" creationId="{F47F2487-57BC-3305-4398-28629CC273C0}"/>
          </ac:picMkLst>
        </pc:picChg>
      </pc:sldChg>
      <pc:sldChg chg="addSp delSp modSp new mod">
        <pc:chgData name="Allen, Paul Tyler - (paulallen)" userId="7258a782-1281-4098-87a8-18ee19f750c8" providerId="ADAL" clId="{4FCEF169-E1F9-4C70-A856-C82FA0F6E5A0}" dt="2026-05-05T04:19:22.455" v="345" actId="1076"/>
        <pc:sldMkLst>
          <pc:docMk/>
          <pc:sldMk cId="2877994648" sldId="259"/>
        </pc:sldMkLst>
        <pc:spChg chg="mod">
          <ac:chgData name="Allen, Paul Tyler - (paulallen)" userId="7258a782-1281-4098-87a8-18ee19f750c8" providerId="ADAL" clId="{4FCEF169-E1F9-4C70-A856-C82FA0F6E5A0}" dt="2026-05-05T04:16:37.864" v="326" actId="20577"/>
          <ac:spMkLst>
            <pc:docMk/>
            <pc:sldMk cId="2877994648" sldId="259"/>
            <ac:spMk id="2" creationId="{4248E9E3-DC8F-6E1A-B3F2-896E27C695AE}"/>
          </ac:spMkLst>
        </pc:spChg>
        <pc:spChg chg="del mod">
          <ac:chgData name="Allen, Paul Tyler - (paulallen)" userId="7258a782-1281-4098-87a8-18ee19f750c8" providerId="ADAL" clId="{4FCEF169-E1F9-4C70-A856-C82FA0F6E5A0}" dt="2026-05-05T04:19:00.891" v="340" actId="931"/>
          <ac:spMkLst>
            <pc:docMk/>
            <pc:sldMk cId="2877994648" sldId="259"/>
            <ac:spMk id="3" creationId="{E371B180-4881-5989-4C5B-52894ECE1ACA}"/>
          </ac:spMkLst>
        </pc:spChg>
        <pc:spChg chg="mod">
          <ac:chgData name="Allen, Paul Tyler - (paulallen)" userId="7258a782-1281-4098-87a8-18ee19f750c8" providerId="ADAL" clId="{4FCEF169-E1F9-4C70-A856-C82FA0F6E5A0}" dt="2026-05-05T04:17:14.682" v="339" actId="27636"/>
          <ac:spMkLst>
            <pc:docMk/>
            <pc:sldMk cId="2877994648" sldId="259"/>
            <ac:spMk id="4" creationId="{82E847E2-554E-81F1-BA20-81E4E725BEC5}"/>
          </ac:spMkLst>
        </pc:spChg>
        <pc:picChg chg="add mod ord">
          <ac:chgData name="Allen, Paul Tyler - (paulallen)" userId="7258a782-1281-4098-87a8-18ee19f750c8" providerId="ADAL" clId="{4FCEF169-E1F9-4C70-A856-C82FA0F6E5A0}" dt="2026-05-05T04:19:18.951" v="344" actId="14100"/>
          <ac:picMkLst>
            <pc:docMk/>
            <pc:sldMk cId="2877994648" sldId="259"/>
            <ac:picMk id="8" creationId="{8BBEA36C-8666-7FD2-B3E4-C0BAE9E882CE}"/>
          </ac:picMkLst>
        </pc:picChg>
        <pc:picChg chg="add mod">
          <ac:chgData name="Allen, Paul Tyler - (paulallen)" userId="7258a782-1281-4098-87a8-18ee19f750c8" providerId="ADAL" clId="{4FCEF169-E1F9-4C70-A856-C82FA0F6E5A0}" dt="2026-05-05T04:19:22.455" v="345" actId="1076"/>
          <ac:picMkLst>
            <pc:docMk/>
            <pc:sldMk cId="2877994648" sldId="259"/>
            <ac:picMk id="10" creationId="{67AB02AF-14B0-A20B-96AC-2B26869E449B}"/>
          </ac:picMkLst>
        </pc:picChg>
      </pc:sldChg>
      <pc:sldChg chg="addSp delSp modSp new mod">
        <pc:chgData name="Allen, Paul Tyler - (paulallen)" userId="7258a782-1281-4098-87a8-18ee19f750c8" providerId="ADAL" clId="{4FCEF169-E1F9-4C70-A856-C82FA0F6E5A0}" dt="2026-05-05T04:24:46.730" v="370" actId="1076"/>
        <pc:sldMkLst>
          <pc:docMk/>
          <pc:sldMk cId="2562017449" sldId="260"/>
        </pc:sldMkLst>
        <pc:spChg chg="mod">
          <ac:chgData name="Allen, Paul Tyler - (paulallen)" userId="7258a782-1281-4098-87a8-18ee19f750c8" providerId="ADAL" clId="{4FCEF169-E1F9-4C70-A856-C82FA0F6E5A0}" dt="2026-05-05T04:20:44.712" v="357" actId="20577"/>
          <ac:spMkLst>
            <pc:docMk/>
            <pc:sldMk cId="2562017449" sldId="260"/>
            <ac:spMk id="2" creationId="{DAABBEC8-CC64-B64D-9C1B-881BA8E5223C}"/>
          </ac:spMkLst>
        </pc:spChg>
        <pc:spChg chg="mod">
          <ac:chgData name="Allen, Paul Tyler - (paulallen)" userId="7258a782-1281-4098-87a8-18ee19f750c8" providerId="ADAL" clId="{4FCEF169-E1F9-4C70-A856-C82FA0F6E5A0}" dt="2026-05-05T04:23:18.937" v="363" actId="20577"/>
          <ac:spMkLst>
            <pc:docMk/>
            <pc:sldMk cId="2562017449" sldId="260"/>
            <ac:spMk id="3" creationId="{152D79A4-1CA9-D3B4-CC78-F443C904D168}"/>
          </ac:spMkLst>
        </pc:spChg>
        <pc:spChg chg="del">
          <ac:chgData name="Allen, Paul Tyler - (paulallen)" userId="7258a782-1281-4098-87a8-18ee19f750c8" providerId="ADAL" clId="{4FCEF169-E1F9-4C70-A856-C82FA0F6E5A0}" dt="2026-05-05T04:24:28.803" v="364" actId="931"/>
          <ac:spMkLst>
            <pc:docMk/>
            <pc:sldMk cId="2562017449" sldId="260"/>
            <ac:spMk id="4" creationId="{84E3FE1D-AB23-2C54-59A2-0FD82157BC7D}"/>
          </ac:spMkLst>
        </pc:spChg>
        <pc:picChg chg="add mod ord">
          <ac:chgData name="Allen, Paul Tyler - (paulallen)" userId="7258a782-1281-4098-87a8-18ee19f750c8" providerId="ADAL" clId="{4FCEF169-E1F9-4C70-A856-C82FA0F6E5A0}" dt="2026-05-05T04:24:46.730" v="370" actId="1076"/>
          <ac:picMkLst>
            <pc:docMk/>
            <pc:sldMk cId="2562017449" sldId="260"/>
            <ac:picMk id="6" creationId="{89594FB0-80B0-0E72-D1BA-EF16F203B65E}"/>
          </ac:picMkLst>
        </pc:picChg>
      </pc:sldChg>
      <pc:sldChg chg="addSp delSp modSp new mod">
        <pc:chgData name="Allen, Paul Tyler - (paulallen)" userId="7258a782-1281-4098-87a8-18ee19f750c8" providerId="ADAL" clId="{4FCEF169-E1F9-4C70-A856-C82FA0F6E5A0}" dt="2026-05-05T04:30:11.138" v="593" actId="14100"/>
        <pc:sldMkLst>
          <pc:docMk/>
          <pc:sldMk cId="3030740929" sldId="261"/>
        </pc:sldMkLst>
        <pc:spChg chg="mod">
          <ac:chgData name="Allen, Paul Tyler - (paulallen)" userId="7258a782-1281-4098-87a8-18ee19f750c8" providerId="ADAL" clId="{4FCEF169-E1F9-4C70-A856-C82FA0F6E5A0}" dt="2026-05-05T04:26:04.313" v="384" actId="20577"/>
          <ac:spMkLst>
            <pc:docMk/>
            <pc:sldMk cId="3030740929" sldId="261"/>
            <ac:spMk id="2" creationId="{8DF94024-7B35-41E9-C160-5A69CFE61F82}"/>
          </ac:spMkLst>
        </pc:spChg>
        <pc:spChg chg="add del">
          <ac:chgData name="Allen, Paul Tyler - (paulallen)" userId="7258a782-1281-4098-87a8-18ee19f750c8" providerId="ADAL" clId="{4FCEF169-E1F9-4C70-A856-C82FA0F6E5A0}" dt="2026-05-05T04:26:41.228" v="389" actId="3680"/>
          <ac:spMkLst>
            <pc:docMk/>
            <pc:sldMk cId="3030740929" sldId="261"/>
            <ac:spMk id="3" creationId="{5F632FEC-655B-F42F-14AC-F4C70CCFC72A}"/>
          </ac:spMkLst>
        </pc:spChg>
        <pc:graphicFrameChg chg="add del mod ord modGraphic">
          <ac:chgData name="Allen, Paul Tyler - (paulallen)" userId="7258a782-1281-4098-87a8-18ee19f750c8" providerId="ADAL" clId="{4FCEF169-E1F9-4C70-A856-C82FA0F6E5A0}" dt="2026-05-05T04:26:25.219" v="386" actId="3680"/>
          <ac:graphicFrameMkLst>
            <pc:docMk/>
            <pc:sldMk cId="3030740929" sldId="261"/>
            <ac:graphicFrameMk id="4" creationId="{D35F31C8-7D00-7D3B-E4E9-AAA2476B35F5}"/>
          </ac:graphicFrameMkLst>
        </pc:graphicFrameChg>
        <pc:graphicFrameChg chg="add del mod ord modGraphic">
          <ac:chgData name="Allen, Paul Tyler - (paulallen)" userId="7258a782-1281-4098-87a8-18ee19f750c8" providerId="ADAL" clId="{4FCEF169-E1F9-4C70-A856-C82FA0F6E5A0}" dt="2026-05-05T04:26:33.354" v="388" actId="3680"/>
          <ac:graphicFrameMkLst>
            <pc:docMk/>
            <pc:sldMk cId="3030740929" sldId="261"/>
            <ac:graphicFrameMk id="5" creationId="{6D6E78CF-46C5-6D5F-5A03-82F6831B85AB}"/>
          </ac:graphicFrameMkLst>
        </pc:graphicFrameChg>
        <pc:graphicFrameChg chg="add mod ord modGraphic">
          <ac:chgData name="Allen, Paul Tyler - (paulallen)" userId="7258a782-1281-4098-87a8-18ee19f750c8" providerId="ADAL" clId="{4FCEF169-E1F9-4C70-A856-C82FA0F6E5A0}" dt="2026-05-05T04:30:11.138" v="593" actId="14100"/>
          <ac:graphicFrameMkLst>
            <pc:docMk/>
            <pc:sldMk cId="3030740929" sldId="261"/>
            <ac:graphicFrameMk id="6" creationId="{3ACB6382-A48E-E873-6ECE-107DE4A43662}"/>
          </ac:graphicFrameMkLst>
        </pc:graphicFrameChg>
      </pc:sldChg>
      <pc:sldChg chg="addSp delSp modSp new mod">
        <pc:chgData name="Allen, Paul Tyler - (paulallen)" userId="7258a782-1281-4098-87a8-18ee19f750c8" providerId="ADAL" clId="{4FCEF169-E1F9-4C70-A856-C82FA0F6E5A0}" dt="2026-05-05T04:32:44.083" v="624" actId="931"/>
        <pc:sldMkLst>
          <pc:docMk/>
          <pc:sldMk cId="203387607" sldId="262"/>
        </pc:sldMkLst>
        <pc:spChg chg="mod">
          <ac:chgData name="Allen, Paul Tyler - (paulallen)" userId="7258a782-1281-4098-87a8-18ee19f750c8" providerId="ADAL" clId="{4FCEF169-E1F9-4C70-A856-C82FA0F6E5A0}" dt="2026-05-05T04:31:26.320" v="613" actId="20577"/>
          <ac:spMkLst>
            <pc:docMk/>
            <pc:sldMk cId="203387607" sldId="262"/>
            <ac:spMk id="2" creationId="{157311C3-58B5-21B1-1832-0DFFC6BD92AE}"/>
          </ac:spMkLst>
        </pc:spChg>
        <pc:spChg chg="add del mod">
          <ac:chgData name="Allen, Paul Tyler - (paulallen)" userId="7258a782-1281-4098-87a8-18ee19f750c8" providerId="ADAL" clId="{4FCEF169-E1F9-4C70-A856-C82FA0F6E5A0}" dt="2026-05-05T04:31:57.009" v="623" actId="27636"/>
          <ac:spMkLst>
            <pc:docMk/>
            <pc:sldMk cId="203387607" sldId="262"/>
            <ac:spMk id="3" creationId="{601DC715-DFCF-9F4D-E276-A39FFF43FCBB}"/>
          </ac:spMkLst>
        </pc:spChg>
        <pc:spChg chg="del mod">
          <ac:chgData name="Allen, Paul Tyler - (paulallen)" userId="7258a782-1281-4098-87a8-18ee19f750c8" providerId="ADAL" clId="{4FCEF169-E1F9-4C70-A856-C82FA0F6E5A0}" dt="2026-05-05T04:32:44.083" v="624" actId="931"/>
          <ac:spMkLst>
            <pc:docMk/>
            <pc:sldMk cId="203387607" sldId="262"/>
            <ac:spMk id="4" creationId="{EC3C31F1-8692-CB1A-1030-5B9417AD623E}"/>
          </ac:spMkLst>
        </pc:spChg>
        <pc:spChg chg="add mod">
          <ac:chgData name="Allen, Paul Tyler - (paulallen)" userId="7258a782-1281-4098-87a8-18ee19f750c8" providerId="ADAL" clId="{4FCEF169-E1F9-4C70-A856-C82FA0F6E5A0}" dt="2026-05-05T04:31:35.140" v="615"/>
          <ac:spMkLst>
            <pc:docMk/>
            <pc:sldMk cId="203387607" sldId="262"/>
            <ac:spMk id="5" creationId="{5F633912-62EC-4968-3456-6337D59967A5}"/>
          </ac:spMkLst>
        </pc:spChg>
        <pc:picChg chg="add mod ord">
          <ac:chgData name="Allen, Paul Tyler - (paulallen)" userId="7258a782-1281-4098-87a8-18ee19f750c8" providerId="ADAL" clId="{4FCEF169-E1F9-4C70-A856-C82FA0F6E5A0}" dt="2026-05-05T04:32:44.083" v="624" actId="931"/>
          <ac:picMkLst>
            <pc:docMk/>
            <pc:sldMk cId="203387607" sldId="262"/>
            <ac:picMk id="7" creationId="{64FCC69D-8AC5-F18F-AA27-DC7825142387}"/>
          </ac:picMkLst>
        </pc:picChg>
      </pc:sldChg>
      <pc:sldChg chg="addSp delSp modSp new mod">
        <pc:chgData name="Allen, Paul Tyler - (paulallen)" userId="7258a782-1281-4098-87a8-18ee19f750c8" providerId="ADAL" clId="{4FCEF169-E1F9-4C70-A856-C82FA0F6E5A0}" dt="2026-05-05T04:36:08.903" v="663" actId="1076"/>
        <pc:sldMkLst>
          <pc:docMk/>
          <pc:sldMk cId="2278347175" sldId="263"/>
        </pc:sldMkLst>
        <pc:spChg chg="mod">
          <ac:chgData name="Allen, Paul Tyler - (paulallen)" userId="7258a782-1281-4098-87a8-18ee19f750c8" providerId="ADAL" clId="{4FCEF169-E1F9-4C70-A856-C82FA0F6E5A0}" dt="2026-05-05T04:33:22.959" v="649" actId="20577"/>
          <ac:spMkLst>
            <pc:docMk/>
            <pc:sldMk cId="2278347175" sldId="263"/>
            <ac:spMk id="2" creationId="{CB0E8097-AFC1-EAB2-014C-80A5E4133258}"/>
          </ac:spMkLst>
        </pc:spChg>
        <pc:spChg chg="mod">
          <ac:chgData name="Allen, Paul Tyler - (paulallen)" userId="7258a782-1281-4098-87a8-18ee19f750c8" providerId="ADAL" clId="{4FCEF169-E1F9-4C70-A856-C82FA0F6E5A0}" dt="2026-05-05T04:34:39.745" v="653" actId="20577"/>
          <ac:spMkLst>
            <pc:docMk/>
            <pc:sldMk cId="2278347175" sldId="263"/>
            <ac:spMk id="3" creationId="{B0ABD574-1323-C378-FDD8-9F2A27BA8380}"/>
          </ac:spMkLst>
        </pc:spChg>
        <pc:spChg chg="del">
          <ac:chgData name="Allen, Paul Tyler - (paulallen)" userId="7258a782-1281-4098-87a8-18ee19f750c8" providerId="ADAL" clId="{4FCEF169-E1F9-4C70-A856-C82FA0F6E5A0}" dt="2026-05-05T04:35:42.502" v="654" actId="931"/>
          <ac:spMkLst>
            <pc:docMk/>
            <pc:sldMk cId="2278347175" sldId="263"/>
            <ac:spMk id="4" creationId="{AC5B9882-9A12-EE53-1422-D30C98E32B00}"/>
          </ac:spMkLst>
        </pc:spChg>
        <pc:picChg chg="add mod ord">
          <ac:chgData name="Allen, Paul Tyler - (paulallen)" userId="7258a782-1281-4098-87a8-18ee19f750c8" providerId="ADAL" clId="{4FCEF169-E1F9-4C70-A856-C82FA0F6E5A0}" dt="2026-05-05T04:36:05.759" v="662" actId="1076"/>
          <ac:picMkLst>
            <pc:docMk/>
            <pc:sldMk cId="2278347175" sldId="263"/>
            <ac:picMk id="6" creationId="{EE362FB1-D163-9732-C865-A5DC36829164}"/>
          </ac:picMkLst>
        </pc:picChg>
        <pc:picChg chg="add mod">
          <ac:chgData name="Allen, Paul Tyler - (paulallen)" userId="7258a782-1281-4098-87a8-18ee19f750c8" providerId="ADAL" clId="{4FCEF169-E1F9-4C70-A856-C82FA0F6E5A0}" dt="2026-05-05T04:36:08.903" v="663" actId="1076"/>
          <ac:picMkLst>
            <pc:docMk/>
            <pc:sldMk cId="2278347175" sldId="263"/>
            <ac:picMk id="8" creationId="{A336FD86-E878-185A-07DE-4129BC215B52}"/>
          </ac:picMkLst>
        </pc:picChg>
      </pc:sldChg>
      <pc:sldChg chg="addSp delSp modSp new mod">
        <pc:chgData name="Allen, Paul Tyler - (paulallen)" userId="7258a782-1281-4098-87a8-18ee19f750c8" providerId="ADAL" clId="{4FCEF169-E1F9-4C70-A856-C82FA0F6E5A0}" dt="2026-05-05T04:39:49.792" v="728" actId="20577"/>
        <pc:sldMkLst>
          <pc:docMk/>
          <pc:sldMk cId="3065834951" sldId="264"/>
        </pc:sldMkLst>
        <pc:spChg chg="mod">
          <ac:chgData name="Allen, Paul Tyler - (paulallen)" userId="7258a782-1281-4098-87a8-18ee19f750c8" providerId="ADAL" clId="{4FCEF169-E1F9-4C70-A856-C82FA0F6E5A0}" dt="2026-05-05T04:39:49.792" v="728" actId="20577"/>
          <ac:spMkLst>
            <pc:docMk/>
            <pc:sldMk cId="3065834951" sldId="264"/>
            <ac:spMk id="2" creationId="{88C452D4-3F19-D290-87F3-6326D07F5BB2}"/>
          </ac:spMkLst>
        </pc:spChg>
        <pc:spChg chg="del">
          <ac:chgData name="Allen, Paul Tyler - (paulallen)" userId="7258a782-1281-4098-87a8-18ee19f750c8" providerId="ADAL" clId="{4FCEF169-E1F9-4C70-A856-C82FA0F6E5A0}" dt="2026-05-05T04:39:02.935" v="672" actId="931"/>
          <ac:spMkLst>
            <pc:docMk/>
            <pc:sldMk cId="3065834951" sldId="264"/>
            <ac:spMk id="3" creationId="{9C01D424-6894-9822-4B5B-BBB773D089E6}"/>
          </ac:spMkLst>
        </pc:spChg>
        <pc:spChg chg="add del mod">
          <ac:chgData name="Allen, Paul Tyler - (paulallen)" userId="7258a782-1281-4098-87a8-18ee19f750c8" providerId="ADAL" clId="{4FCEF169-E1F9-4C70-A856-C82FA0F6E5A0}" dt="2026-05-05T04:37:50.482" v="671" actId="20577"/>
          <ac:spMkLst>
            <pc:docMk/>
            <pc:sldMk cId="3065834951" sldId="264"/>
            <ac:spMk id="4" creationId="{93CDB671-ACC9-14A3-CF89-8D2EE6AF163A}"/>
          </ac:spMkLst>
        </pc:spChg>
        <pc:spChg chg="add mod">
          <ac:chgData name="Allen, Paul Tyler - (paulallen)" userId="7258a782-1281-4098-87a8-18ee19f750c8" providerId="ADAL" clId="{4FCEF169-E1F9-4C70-A856-C82FA0F6E5A0}" dt="2026-05-05T04:37:33.755" v="666"/>
          <ac:spMkLst>
            <pc:docMk/>
            <pc:sldMk cId="3065834951" sldId="264"/>
            <ac:spMk id="5" creationId="{66CBB7B0-797A-167D-E04E-D7C6E91F46B5}"/>
          </ac:spMkLst>
        </pc:spChg>
        <pc:picChg chg="add mod ord">
          <ac:chgData name="Allen, Paul Tyler - (paulallen)" userId="7258a782-1281-4098-87a8-18ee19f750c8" providerId="ADAL" clId="{4FCEF169-E1F9-4C70-A856-C82FA0F6E5A0}" dt="2026-05-05T04:39:05.111" v="673" actId="1076"/>
          <ac:picMkLst>
            <pc:docMk/>
            <pc:sldMk cId="3065834951" sldId="264"/>
            <ac:picMk id="7" creationId="{975C1E6A-7BDE-8F5A-A5CE-A624FC406BE8}"/>
          </ac:picMkLst>
        </pc:picChg>
        <pc:picChg chg="add mod">
          <ac:chgData name="Allen, Paul Tyler - (paulallen)" userId="7258a782-1281-4098-87a8-18ee19f750c8" providerId="ADAL" clId="{4FCEF169-E1F9-4C70-A856-C82FA0F6E5A0}" dt="2026-05-05T04:39:30.313" v="679" actId="1076"/>
          <ac:picMkLst>
            <pc:docMk/>
            <pc:sldMk cId="3065834951" sldId="264"/>
            <ac:picMk id="9" creationId="{7FE0ED11-F7CA-9A1F-D61D-345CE3576282}"/>
          </ac:picMkLst>
        </pc:picChg>
      </pc:sldChg>
      <pc:sldChg chg="addSp modSp new mod modClrScheme chgLayout">
        <pc:chgData name="Allen, Paul Tyler - (paulallen)" userId="7258a782-1281-4098-87a8-18ee19f750c8" providerId="ADAL" clId="{4FCEF169-E1F9-4C70-A856-C82FA0F6E5A0}" dt="2026-05-05T04:55:11.586" v="796" actId="12"/>
        <pc:sldMkLst>
          <pc:docMk/>
          <pc:sldMk cId="4038199546" sldId="265"/>
        </pc:sldMkLst>
        <pc:spChg chg="mod ord">
          <ac:chgData name="Allen, Paul Tyler - (paulallen)" userId="7258a782-1281-4098-87a8-18ee19f750c8" providerId="ADAL" clId="{4FCEF169-E1F9-4C70-A856-C82FA0F6E5A0}" dt="2026-05-05T04:54:50.461" v="782" actId="700"/>
          <ac:spMkLst>
            <pc:docMk/>
            <pc:sldMk cId="4038199546" sldId="265"/>
            <ac:spMk id="2" creationId="{7A64AB85-2D83-E0A9-136E-58FB6ACA0874}"/>
          </ac:spMkLst>
        </pc:spChg>
        <pc:spChg chg="mod ord">
          <ac:chgData name="Allen, Paul Tyler - (paulallen)" userId="7258a782-1281-4098-87a8-18ee19f750c8" providerId="ADAL" clId="{4FCEF169-E1F9-4C70-A856-C82FA0F6E5A0}" dt="2026-05-05T04:55:01.841" v="788" actId="12"/>
          <ac:spMkLst>
            <pc:docMk/>
            <pc:sldMk cId="4038199546" sldId="265"/>
            <ac:spMk id="3" creationId="{67FC19EF-68CC-87A1-9E94-08C38501E1F2}"/>
          </ac:spMkLst>
        </pc:spChg>
        <pc:spChg chg="mod ord">
          <ac:chgData name="Allen, Paul Tyler - (paulallen)" userId="7258a782-1281-4098-87a8-18ee19f750c8" providerId="ADAL" clId="{4FCEF169-E1F9-4C70-A856-C82FA0F6E5A0}" dt="2026-05-05T04:55:11.586" v="796" actId="12"/>
          <ac:spMkLst>
            <pc:docMk/>
            <pc:sldMk cId="4038199546" sldId="265"/>
            <ac:spMk id="4" creationId="{2C4F9D5D-0210-7496-AF0C-F002E7CFBF68}"/>
          </ac:spMkLst>
        </pc:spChg>
        <pc:spChg chg="add mod ord">
          <ac:chgData name="Allen, Paul Tyler - (paulallen)" userId="7258a782-1281-4098-87a8-18ee19f750c8" providerId="ADAL" clId="{4FCEF169-E1F9-4C70-A856-C82FA0F6E5A0}" dt="2026-05-05T04:55:06.451" v="790" actId="27636"/>
          <ac:spMkLst>
            <pc:docMk/>
            <pc:sldMk cId="4038199546" sldId="265"/>
            <ac:spMk id="5" creationId="{53B87E05-2A8D-EEA0-D7D8-55FD3170B5C8}"/>
          </ac:spMkLst>
        </pc:spChg>
        <pc:spChg chg="add mod ord">
          <ac:chgData name="Allen, Paul Tyler - (paulallen)" userId="7258a782-1281-4098-87a8-18ee19f750c8" providerId="ADAL" clId="{4FCEF169-E1F9-4C70-A856-C82FA0F6E5A0}" dt="2026-05-05T04:55:07.347" v="792" actId="20577"/>
          <ac:spMkLst>
            <pc:docMk/>
            <pc:sldMk cId="4038199546" sldId="265"/>
            <ac:spMk id="6" creationId="{7A1B1A7A-7674-D5C7-FFFA-24351DB5FBC6}"/>
          </ac:spMkLst>
        </pc:spChg>
      </pc:sldChg>
      <pc:sldChg chg="addSp delSp modSp new mod">
        <pc:chgData name="Allen, Paul Tyler - (paulallen)" userId="7258a782-1281-4098-87a8-18ee19f750c8" providerId="ADAL" clId="{4FCEF169-E1F9-4C70-A856-C82FA0F6E5A0}" dt="2026-05-05T04:56:09.449" v="839" actId="20577"/>
        <pc:sldMkLst>
          <pc:docMk/>
          <pc:sldMk cId="1006692743" sldId="266"/>
        </pc:sldMkLst>
        <pc:spChg chg="mod">
          <ac:chgData name="Allen, Paul Tyler - (paulallen)" userId="7258a782-1281-4098-87a8-18ee19f750c8" providerId="ADAL" clId="{4FCEF169-E1F9-4C70-A856-C82FA0F6E5A0}" dt="2026-05-05T04:55:25.471" v="811" actId="20577"/>
          <ac:spMkLst>
            <pc:docMk/>
            <pc:sldMk cId="1006692743" sldId="266"/>
            <ac:spMk id="2" creationId="{DE25C38F-ABFC-CA4E-E4A6-88ED76B5CA1C}"/>
          </ac:spMkLst>
        </pc:spChg>
        <pc:spChg chg="mod">
          <ac:chgData name="Allen, Paul Tyler - (paulallen)" userId="7258a782-1281-4098-87a8-18ee19f750c8" providerId="ADAL" clId="{4FCEF169-E1F9-4C70-A856-C82FA0F6E5A0}" dt="2026-05-05T04:55:31.513" v="817" actId="20577"/>
          <ac:spMkLst>
            <pc:docMk/>
            <pc:sldMk cId="1006692743" sldId="266"/>
            <ac:spMk id="3" creationId="{C5113DFC-D5D4-4EAF-16AA-B841AD7EE178}"/>
          </ac:spMkLst>
        </pc:spChg>
        <pc:spChg chg="add del mod">
          <ac:chgData name="Allen, Paul Tyler - (paulallen)" userId="7258a782-1281-4098-87a8-18ee19f750c8" providerId="ADAL" clId="{4FCEF169-E1F9-4C70-A856-C82FA0F6E5A0}" dt="2026-05-05T04:55:56.792" v="836" actId="20577"/>
          <ac:spMkLst>
            <pc:docMk/>
            <pc:sldMk cId="1006692743" sldId="266"/>
            <ac:spMk id="4" creationId="{60D20081-96B5-D269-BD88-7C361C3DFB50}"/>
          </ac:spMkLst>
        </pc:spChg>
        <pc:spChg chg="mod">
          <ac:chgData name="Allen, Paul Tyler - (paulallen)" userId="7258a782-1281-4098-87a8-18ee19f750c8" providerId="ADAL" clId="{4FCEF169-E1F9-4C70-A856-C82FA0F6E5A0}" dt="2026-05-05T04:55:35.671" v="829" actId="20577"/>
          <ac:spMkLst>
            <pc:docMk/>
            <pc:sldMk cId="1006692743" sldId="266"/>
            <ac:spMk id="5" creationId="{EBB44655-9B36-151F-9188-C12DA00EF231}"/>
          </ac:spMkLst>
        </pc:spChg>
        <pc:spChg chg="mod">
          <ac:chgData name="Allen, Paul Tyler - (paulallen)" userId="7258a782-1281-4098-87a8-18ee19f750c8" providerId="ADAL" clId="{4FCEF169-E1F9-4C70-A856-C82FA0F6E5A0}" dt="2026-05-05T04:56:09.449" v="839" actId="20577"/>
          <ac:spMkLst>
            <pc:docMk/>
            <pc:sldMk cId="1006692743" sldId="266"/>
            <ac:spMk id="6" creationId="{F61B6BA8-CF59-EB60-ABBC-95F7F9DF6D36}"/>
          </ac:spMkLst>
        </pc:spChg>
        <pc:spChg chg="add mod">
          <ac:chgData name="Allen, Paul Tyler - (paulallen)" userId="7258a782-1281-4098-87a8-18ee19f750c8" providerId="ADAL" clId="{4FCEF169-E1F9-4C70-A856-C82FA0F6E5A0}" dt="2026-05-05T04:55:41.980" v="831"/>
          <ac:spMkLst>
            <pc:docMk/>
            <pc:sldMk cId="1006692743" sldId="266"/>
            <ac:spMk id="7" creationId="{FF943EA3-1FDA-BF38-A683-A48CDCB777C2}"/>
          </ac:spMkLst>
        </pc:spChg>
      </pc:sldChg>
      <pc:sldChg chg="addSp delSp modSp new mod">
        <pc:chgData name="Allen, Paul Tyler - (paulallen)" userId="7258a782-1281-4098-87a8-18ee19f750c8" providerId="ADAL" clId="{4FCEF169-E1F9-4C70-A856-C82FA0F6E5A0}" dt="2026-05-05T05:01:37.328" v="894" actId="1076"/>
        <pc:sldMkLst>
          <pc:docMk/>
          <pc:sldMk cId="1181513773" sldId="267"/>
        </pc:sldMkLst>
        <pc:spChg chg="mod">
          <ac:chgData name="Allen, Paul Tyler - (paulallen)" userId="7258a782-1281-4098-87a8-18ee19f750c8" providerId="ADAL" clId="{4FCEF169-E1F9-4C70-A856-C82FA0F6E5A0}" dt="2026-05-05T04:57:39.360" v="868" actId="20577"/>
          <ac:spMkLst>
            <pc:docMk/>
            <pc:sldMk cId="1181513773" sldId="267"/>
            <ac:spMk id="2" creationId="{6260D3B4-34D8-2F3C-F779-E9155DCED9F9}"/>
          </ac:spMkLst>
        </pc:spChg>
        <pc:spChg chg="mod">
          <ac:chgData name="Allen, Paul Tyler - (paulallen)" userId="7258a782-1281-4098-87a8-18ee19f750c8" providerId="ADAL" clId="{4FCEF169-E1F9-4C70-A856-C82FA0F6E5A0}" dt="2026-05-05T04:58:33.473" v="891" actId="20577"/>
          <ac:spMkLst>
            <pc:docMk/>
            <pc:sldMk cId="1181513773" sldId="267"/>
            <ac:spMk id="3" creationId="{F31AF15F-74D4-A811-B76E-1BAA04790480}"/>
          </ac:spMkLst>
        </pc:spChg>
        <pc:spChg chg="del mod">
          <ac:chgData name="Allen, Paul Tyler - (paulallen)" userId="7258a782-1281-4098-87a8-18ee19f750c8" providerId="ADAL" clId="{4FCEF169-E1F9-4C70-A856-C82FA0F6E5A0}" dt="2026-05-05T05:01:26.433" v="892" actId="931"/>
          <ac:spMkLst>
            <pc:docMk/>
            <pc:sldMk cId="1181513773" sldId="267"/>
            <ac:spMk id="4" creationId="{F768B146-AD8F-992D-E08E-2FAEDDEA20BA}"/>
          </ac:spMkLst>
        </pc:spChg>
        <pc:picChg chg="add mod ord">
          <ac:chgData name="Allen, Paul Tyler - (paulallen)" userId="7258a782-1281-4098-87a8-18ee19f750c8" providerId="ADAL" clId="{4FCEF169-E1F9-4C70-A856-C82FA0F6E5A0}" dt="2026-05-05T05:01:37.328" v="894" actId="1076"/>
          <ac:picMkLst>
            <pc:docMk/>
            <pc:sldMk cId="1181513773" sldId="267"/>
            <ac:picMk id="6" creationId="{2F1A9E4D-183D-6141-BDC0-AC501E2CB8F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6843" y="3887812"/>
            <a:ext cx="12195668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5488" y="2166364"/>
            <a:ext cx="11247120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7472" y="3913632"/>
            <a:ext cx="11506200" cy="4572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EC6B3-5CA2-460E-92FC-6DE46E54F46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D75BE-BB71-4285-9675-9F5A83EC7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4232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EC6B3-5CA2-460E-92FC-6DE46E54F46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D75BE-BB71-4285-9675-9F5A83EC7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562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-6843" y="3887812"/>
            <a:ext cx="12195668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488" y="2167128"/>
            <a:ext cx="11247120" cy="173736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472" y="3913212"/>
            <a:ext cx="11503152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A2EC6B3-5CA2-460E-92FC-6DE46E54F46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C5D75BE-BB71-4285-9675-9F5A83EC7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322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EC6B3-5CA2-460E-92FC-6DE46E54F46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D75BE-BB71-4285-9675-9F5A83EC7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643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EC6B3-5CA2-460E-92FC-6DE46E54F46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D75BE-BB71-4285-9675-9F5A83EC7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635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EC6B3-5CA2-460E-92FC-6DE46E54F46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D75BE-BB71-4285-9675-9F5A83EC7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302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EC6B3-5CA2-460E-92FC-6DE46E54F46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D75BE-BB71-4285-9675-9F5A83EC7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923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EC6B3-5CA2-460E-92FC-6DE46E54F46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D75BE-BB71-4285-9675-9F5A83EC7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290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EC6B3-5CA2-460E-92FC-6DE46E54F46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D75BE-BB71-4285-9675-9F5A83EC7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886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EC6B3-5CA2-460E-92FC-6DE46E54F46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D75BE-BB71-4285-9675-9F5A83EC7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510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8A2EC6B3-5CA2-460E-92FC-6DE46E54F46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FC5D75BE-BB71-4285-9675-9F5A83EC7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86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8A2EC6B3-5CA2-460E-92FC-6DE46E54F46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FC5D75BE-BB71-4285-9675-9F5A83EC7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8469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AEC04-BD36-7E45-E426-BE5616A0FA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Predicting Earthquake Magnitude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ED35A9-B835-C652-AA93-8CC6A458BE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Paul Allen | ISTA 421 | May 2026</a:t>
            </a:r>
          </a:p>
        </p:txBody>
      </p:sp>
    </p:spTree>
    <p:extLst>
      <p:ext uri="{BB962C8B-B14F-4D97-AF65-F5344CB8AC3E}">
        <p14:creationId xmlns:p14="http://schemas.microsoft.com/office/powerpoint/2010/main" val="2607473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3BA0F-159F-627D-94BE-0B3A401E5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2E021-E2A0-5ABD-A36F-6D0328793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Can earthquake magnitude be </a:t>
            </a:r>
            <a:r>
              <a:rPr lang="en-US" sz="3200"/>
              <a:t>predicted from </a:t>
            </a:r>
            <a:r>
              <a:rPr lang="en-US" sz="3200" dirty="0"/>
              <a:t>how an event was detected?</a:t>
            </a:r>
          </a:p>
          <a:p>
            <a:r>
              <a:rPr lang="en-US" sz="3200" dirty="0"/>
              <a:t>Which detection features matter most?</a:t>
            </a:r>
          </a:p>
          <a:p>
            <a:r>
              <a:rPr lang="en-US" sz="3200" dirty="0"/>
              <a:t>Does a non-linear model beat a linear one?</a:t>
            </a:r>
          </a:p>
        </p:txBody>
      </p:sp>
    </p:spTree>
    <p:extLst>
      <p:ext uri="{BB962C8B-B14F-4D97-AF65-F5344CB8AC3E}">
        <p14:creationId xmlns:p14="http://schemas.microsoft.com/office/powerpoint/2010/main" val="3244640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B259E-AD3E-2518-8BBE-A53A6292A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we care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968D1-7A76-CADF-0192-6CC7B42F040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Network performance check — are certain regions or depths harder to characterize?</a:t>
            </a:r>
          </a:p>
          <a:p>
            <a:r>
              <a:rPr lang="en-US" dirty="0"/>
              <a:t>Catalog QC — flag events whose recorded magnitude doesn't match what the detection parameters suggest</a:t>
            </a:r>
          </a:p>
          <a:p>
            <a:r>
              <a:rPr lang="en-US" dirty="0"/>
              <a:t>Real operational dataset I work with daily</a:t>
            </a:r>
          </a:p>
          <a:p>
            <a:r>
              <a:rPr lang="en-US" dirty="0"/>
              <a:t>Framework generalizes to other regional networks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47F2487-57BC-3305-4398-28629CC273C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3304" y="2011363"/>
            <a:ext cx="3449829" cy="420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177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8E9E3-DC8F-6E1A-B3F2-896E27C69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Earthquake 101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BBEA36C-8666-7FD2-B3E4-C0BAE9E882C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89" y="1901010"/>
            <a:ext cx="3833431" cy="2242754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E847E2-554E-81F1-BA20-81E4E725BEC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Earthquake = sudden energy release from slip on a fault</a:t>
            </a:r>
          </a:p>
          <a:p>
            <a:r>
              <a:rPr lang="en-US" dirty="0"/>
              <a:t>We deploy seismometers at known locations across Arizona</a:t>
            </a:r>
          </a:p>
          <a:p>
            <a:r>
              <a:rPr lang="en-US" dirty="0"/>
              <a:t>They record ground motion → we pick "phases" (P-wave arrives first, S-wave second)</a:t>
            </a:r>
          </a:p>
          <a:p>
            <a:r>
              <a:rPr lang="en-US" dirty="0"/>
              <a:t>Arrival times at multiple stations triangulate location + depth</a:t>
            </a:r>
          </a:p>
          <a:p>
            <a:r>
              <a:rPr lang="en-US" dirty="0"/>
              <a:t>Magnitude is computed separately from wave amplitude — log scale (M3 ≈ 32× the energy of M2)</a:t>
            </a:r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7AB02AF-14B0-A20B-96AC-2B26869E44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6695" y="4362508"/>
            <a:ext cx="3663696" cy="2289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994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BBEC8-CC64-B64D-9C1B-881BA8E52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D79A4-1CA9-D3B4-CC78-F443C904D16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Source: AZGS earthquake catalog</a:t>
            </a:r>
          </a:p>
          <a:p>
            <a:r>
              <a:rPr lang="en-US" dirty="0"/>
              <a:t>Time range: May 2019 – November 2025</a:t>
            </a:r>
          </a:p>
          <a:p>
            <a:r>
              <a:rPr lang="en-US" dirty="0"/>
              <a:t>Raw: 4,756 events</a:t>
            </a:r>
          </a:p>
          <a:p>
            <a:r>
              <a:rPr lang="en-US" dirty="0"/>
              <a:t>After filtering for complete entries: 782 events</a:t>
            </a:r>
          </a:p>
          <a:p>
            <a:r>
              <a:rPr lang="en-US" dirty="0"/>
              <a:t>Target: Magnitude (continuous, range 0.4 – 4.5)</a:t>
            </a:r>
          </a:p>
          <a:p>
            <a:r>
              <a:rPr lang="en-US" dirty="0"/>
              <a:t>8 predictors (7 quantitative + 1 categorical)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9594FB0-80B0-0E72-D1BA-EF16F203B65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2011680"/>
            <a:ext cx="4101224" cy="4543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017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94024-7B35-41E9-C160-5A69CFE61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Variables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ACB6382-A48E-E873-6ECE-107DE4A436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9281271"/>
              </p:ext>
            </p:extLst>
          </p:nvPr>
        </p:nvGraphicFramePr>
        <p:xfrm>
          <a:off x="1203325" y="2011362"/>
          <a:ext cx="9783762" cy="4307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7427">
                  <a:extLst>
                    <a:ext uri="{9D8B030D-6E8A-4147-A177-3AD203B41FA5}">
                      <a16:colId xmlns:a16="http://schemas.microsoft.com/office/drawing/2014/main" val="905277342"/>
                    </a:ext>
                  </a:extLst>
                </a:gridCol>
                <a:gridCol w="7256335">
                  <a:extLst>
                    <a:ext uri="{9D8B030D-6E8A-4147-A177-3AD203B41FA5}">
                      <a16:colId xmlns:a16="http://schemas.microsoft.com/office/drawing/2014/main" val="2746819931"/>
                    </a:ext>
                  </a:extLst>
                </a:gridCol>
              </a:tblGrid>
              <a:tr h="493597">
                <a:tc>
                  <a:txBody>
                    <a:bodyPr/>
                    <a:lstStyle/>
                    <a:p>
                      <a:r>
                        <a:rPr lang="en-US" dirty="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What it actually 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8267651"/>
                  </a:ext>
                </a:extLst>
              </a:tr>
              <a:tr h="493597">
                <a:tc>
                  <a:txBody>
                    <a:bodyPr/>
                    <a:lstStyle/>
                    <a:p>
                      <a:r>
                        <a:rPr lang="en-US" dirty="0"/>
                        <a:t>Depth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How far below the surface the quake originated (km).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411428"/>
                  </a:ext>
                </a:extLst>
              </a:tr>
              <a:tr h="493597">
                <a:tc>
                  <a:txBody>
                    <a:bodyPr/>
                    <a:lstStyle/>
                    <a:p>
                      <a:r>
                        <a:rPr lang="en-US" dirty="0"/>
                        <a:t>Number of Phases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How many P/S arrivals were picked across all stations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7770043"/>
                  </a:ext>
                </a:extLst>
              </a:tr>
              <a:tr h="851962">
                <a:tc>
                  <a:txBody>
                    <a:bodyPr/>
                    <a:lstStyle/>
                    <a:p>
                      <a:r>
                        <a:rPr lang="en-US" dirty="0"/>
                        <a:t>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Root Mean Square time residuals. How well the location fit the observations (sec). Lower = better fit.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8708048"/>
                  </a:ext>
                </a:extLst>
              </a:tr>
              <a:tr h="493597">
                <a:tc>
                  <a:txBody>
                    <a:bodyPr/>
                    <a:lstStyle/>
                    <a:p>
                      <a:r>
                        <a:rPr lang="en-US" dirty="0" err="1"/>
                        <a:t>Erh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Horizontal location uncertainty (km)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9930758"/>
                  </a:ext>
                </a:extLst>
              </a:tr>
              <a:tr h="493597">
                <a:tc>
                  <a:txBody>
                    <a:bodyPr/>
                    <a:lstStyle/>
                    <a:p>
                      <a:r>
                        <a:rPr lang="en-US" dirty="0"/>
                        <a:t>Erz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Vertical / depth uncertainty (km)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468458"/>
                  </a:ext>
                </a:extLst>
              </a:tr>
              <a:tr h="493597">
                <a:tc>
                  <a:txBody>
                    <a:bodyPr/>
                    <a:lstStyle/>
                    <a:p>
                      <a:r>
                        <a:rPr lang="en-US" dirty="0"/>
                        <a:t>x,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Longitude, Latitude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8469215"/>
                  </a:ext>
                </a:extLst>
              </a:tr>
              <a:tr h="493597"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ML (Richter-like) vs MD (duration-based) magnitude scale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32543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0740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311C3-58B5-21B1-1832-0DFFC6BD9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Cleaning 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DC715-DFCF-9F4D-E276-A39FFF43FCB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Dropped admin columns (IDs, timestamps, notes)</a:t>
            </a:r>
          </a:p>
          <a:p>
            <a:r>
              <a:rPr lang="en-US" dirty="0"/>
              <a:t>Dropped rows with missing or zero values in key fields</a:t>
            </a:r>
          </a:p>
          <a:p>
            <a:r>
              <a:rPr lang="en-US" dirty="0"/>
              <a:t>Removed obvious data entry errors (</a:t>
            </a:r>
            <a:r>
              <a:rPr lang="en-US" dirty="0" err="1"/>
              <a:t>lat</a:t>
            </a:r>
            <a:r>
              <a:rPr lang="en-US" dirty="0"/>
              <a:t>/</a:t>
            </a:r>
            <a:r>
              <a:rPr lang="en-US" dirty="0" err="1"/>
              <a:t>lon</a:t>
            </a:r>
            <a:r>
              <a:rPr lang="en-US" dirty="0"/>
              <a:t> outside Arizona, Rms = 101 sec)</a:t>
            </a:r>
          </a:p>
          <a:p>
            <a:r>
              <a:rPr lang="en-US" dirty="0"/>
              <a:t>Dropped the 3 Mw events (too few for the model)</a:t>
            </a:r>
          </a:p>
          <a:p>
            <a:r>
              <a:rPr lang="en-US" dirty="0"/>
              <a:t>Encoded Type as binary (1 = ML, 0 = MD)</a:t>
            </a:r>
          </a:p>
          <a:p>
            <a:r>
              <a:rPr lang="en-US" dirty="0"/>
              <a:t>4,756 → 782 events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4FCC69D-8AC5-F18F-AA27-DC782514238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0938" y="2727682"/>
            <a:ext cx="4754562" cy="2774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87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E8097-AFC1-EAB2-014C-80A5E4133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the Data Looks Like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BD574-1323-C378-FDD8-9F2A27BA838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Heavily right-skewed (mean 1.74, median 1.6)</a:t>
            </a:r>
          </a:p>
          <a:p>
            <a:r>
              <a:rPr lang="en-US" dirty="0"/>
              <a:t>Mostly tiny events (M &lt; 2.5)</a:t>
            </a:r>
          </a:p>
          <a:p>
            <a:r>
              <a:rPr lang="en-US" dirty="0"/>
              <a:t>Max in dataset: 4.5</a:t>
            </a:r>
          </a:p>
          <a:p>
            <a:r>
              <a:rPr lang="en-US" dirty="0"/>
              <a:t>ML dominates (732 vs 50 MD)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E362FB1-D163-9732-C865-A5DC3682916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6430" y="2403695"/>
            <a:ext cx="4628121" cy="3482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36FD86-E878-185A-07DE-4129BC215B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3585" y="4218197"/>
            <a:ext cx="3598398" cy="242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347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452D4-3F19-D290-87F3-6326D07F5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relationships: Key Findings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75C1E6A-7BDE-8F5A-A5CE-A624FC406B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577" y="1987507"/>
            <a:ext cx="6127750" cy="158034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DB671-ACC9-14A3-CF89-8D2EE6AF163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Number of Phases ↔ Magnitude: r = 0.61 (strongest)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Latitude (y) ↔ Magnitude: r = -0.22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Depth ↔ Magnitude: r = -0.19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Rms ↔ </a:t>
            </a:r>
            <a:r>
              <a:rPr lang="en-US" dirty="0" err="1"/>
              <a:t>Erh</a:t>
            </a:r>
            <a:r>
              <a:rPr lang="en-US" dirty="0"/>
              <a:t>: r = 0.71 ← multicollinearity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FE0ED11-F7CA-9A1F-D61D-345CE35762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720" y="3664110"/>
            <a:ext cx="3870198" cy="2992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834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4AB85-2D83-E0A9-136E-58FB6ACA0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Choice &amp; Justification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B87E05-2A8D-EEA0-D7D8-55FD3170B5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Ridge Regression (linear)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C19EF-68CC-87A1-9E94-08C38501E1F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Handles Rms–</a:t>
            </a:r>
            <a:r>
              <a:rPr lang="en-US" dirty="0" err="1"/>
              <a:t>Erh</a:t>
            </a:r>
            <a:r>
              <a:rPr lang="en-US" dirty="0"/>
              <a:t> collinearity via L2 penalty</a:t>
            </a:r>
          </a:p>
          <a:p>
            <a:r>
              <a:rPr lang="en-US" dirty="0"/>
              <a:t>Interpretable coefficients</a:t>
            </a:r>
          </a:p>
          <a:p>
            <a:r>
              <a:rPr lang="en-US" dirty="0"/>
              <a:t>Baseline for the linear relationship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A1B1A7A-7674-D5C7-FFFA-24351DB5FB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Decision Tree Regressor (non-linear)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4F9D5D-0210-7496-AF0C-F002E7CFBF6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Captures non-linear patterns (depth–magnitude isn't straight)</a:t>
            </a:r>
          </a:p>
          <a:p>
            <a:r>
              <a:rPr lang="en-US" dirty="0"/>
              <a:t>No feature scaling needed</a:t>
            </a:r>
          </a:p>
          <a:p>
            <a:r>
              <a:rPr lang="en-US" dirty="0"/>
              <a:t>Interpretable splits — useful for QC rules</a:t>
            </a:r>
          </a:p>
          <a:p>
            <a:r>
              <a:rPr lang="en-US" dirty="0"/>
              <a:t>Provides feature importances</a:t>
            </a:r>
          </a:p>
        </p:txBody>
      </p:sp>
    </p:spTree>
    <p:extLst>
      <p:ext uri="{BB962C8B-B14F-4D97-AF65-F5344CB8AC3E}">
        <p14:creationId xmlns:p14="http://schemas.microsoft.com/office/powerpoint/2010/main" val="4038199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5C38F-ABFC-CA4E-E4A6-88ED76B5C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 expect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113DFC-D5D4-4EAF-16AA-B841AD7EE1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D20081-96B5-D269-BD88-7C361C3DFB5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80/20 train/test split; standardize features for Ridge</a:t>
            </a:r>
          </a:p>
          <a:p>
            <a:r>
              <a:rPr lang="en-US" dirty="0"/>
              <a:t>Tune Ridge </a:t>
            </a:r>
            <a:r>
              <a:rPr lang="el-GR" dirty="0"/>
              <a:t>α </a:t>
            </a:r>
            <a:r>
              <a:rPr lang="en-US" dirty="0"/>
              <a:t>via cross-validation</a:t>
            </a:r>
          </a:p>
          <a:p>
            <a:r>
              <a:rPr lang="en-US" dirty="0"/>
              <a:t>Tune tree max depth and min samples/leaf</a:t>
            </a:r>
          </a:p>
          <a:p>
            <a:r>
              <a:rPr lang="en-US" dirty="0"/>
              <a:t>Evaluate: R², RMSE, MAE</a:t>
            </a:r>
          </a:p>
          <a:p>
            <a:r>
              <a:rPr lang="en-US" dirty="0"/>
              <a:t>Predicted-vs-actual and residual plots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B44655-9B36-151F-9188-C12DA00EF2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Expectations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1B6BA8-CF59-EB60-ABBC-95F7F9DF6D3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Number of Phases will dominate importance in both</a:t>
            </a:r>
          </a:p>
          <a:p>
            <a:r>
              <a:rPr lang="en-US" dirty="0"/>
              <a:t>Tree edges out Ridge but risks overfitting on 782 samples</a:t>
            </a:r>
          </a:p>
          <a:p>
            <a:r>
              <a:rPr lang="en-US" dirty="0"/>
              <a:t>Modest overall R² — magnitude is computed from amplitude, which isn't in this feature se</a:t>
            </a:r>
          </a:p>
        </p:txBody>
      </p:sp>
    </p:spTree>
    <p:extLst>
      <p:ext uri="{BB962C8B-B14F-4D97-AF65-F5344CB8AC3E}">
        <p14:creationId xmlns:p14="http://schemas.microsoft.com/office/powerpoint/2010/main" val="10066927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0D3B4-34D8-2F3C-F779-E9155DCED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Workforce Takeaway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AF15F-74D4-A811-B76E-1BAA0479048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Connects directly to my AZGS network operations and QC work</a:t>
            </a:r>
          </a:p>
          <a:p>
            <a:r>
              <a:rPr lang="en-US" dirty="0"/>
              <a:t>Toolkit transfers to my longer-term projects</a:t>
            </a:r>
          </a:p>
          <a:p>
            <a:r>
              <a:rPr lang="en-US" dirty="0"/>
              <a:t>Same methods (regularized regression, tree models) underlie play fairway analysis and favorability mapping</a:t>
            </a:r>
          </a:p>
          <a:p>
            <a:r>
              <a:rPr lang="en-US" dirty="0"/>
              <a:t>Reinforces a core lesson: real data is messy; cleaning is the project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F1A9E4D-183D-6141-BDC0-AC501E2CB8F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2919" y="2043096"/>
            <a:ext cx="3703737" cy="453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5137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F56617"/>
      </a:dk2>
      <a:lt2>
        <a:srgbClr val="DDDDDD"/>
      </a:lt2>
      <a:accent1>
        <a:srgbClr val="FFC000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0"/>
      </a:accent6>
      <a:hlink>
        <a:srgbClr val="FF9933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B7CF026C-957E-4F4E-893C-D02C23AB63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770</TotalTime>
  <Words>611</Words>
  <Application>Microsoft Office PowerPoint</Application>
  <PresentationFormat>Widescreen</PresentationFormat>
  <Paragraphs>84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Corbel</vt:lpstr>
      <vt:lpstr>Wingdings</vt:lpstr>
      <vt:lpstr>Banded</vt:lpstr>
      <vt:lpstr>Predicting Earthquake Magnitude</vt:lpstr>
      <vt:lpstr>The Question</vt:lpstr>
      <vt:lpstr>Why we care</vt:lpstr>
      <vt:lpstr>Earthquake 101</vt:lpstr>
      <vt:lpstr>The Dataset</vt:lpstr>
      <vt:lpstr>The Variables</vt:lpstr>
      <vt:lpstr>Cleaning the data</vt:lpstr>
      <vt:lpstr>What the Data Looks Like</vt:lpstr>
      <vt:lpstr>Variable relationships: Key Findings</vt:lpstr>
      <vt:lpstr>Model Choice &amp; Justification</vt:lpstr>
      <vt:lpstr>What I expect</vt:lpstr>
      <vt:lpstr>Workforce Takeaway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Allen, Paul Tyler - (paulallen)</dc:creator>
  <cp:lastModifiedBy>Allen, Paul Tyler - (paulallen)</cp:lastModifiedBy>
  <cp:revision>1</cp:revision>
  <dcterms:created xsi:type="dcterms:W3CDTF">2026-05-05T04:07:27Z</dcterms:created>
  <dcterms:modified xsi:type="dcterms:W3CDTF">2026-05-05T16:57:50Z</dcterms:modified>
</cp:coreProperties>
</file>